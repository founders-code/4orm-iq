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link goes out under the brokerage’s name. She comes in through him, not around him.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questions are asked by software, so the answers are hers, not 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worries her, and which of two things she would give up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 believes moving always means a penalty. That sentence is now in the file, in her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answers, the CRM, the inbox and the assistant’s note, each stamped with where it came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of them, each with who owes it and how long it has been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Recorded against her own words. This is the part no system in the market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Written, timed, from her side. British Columbia asks for this from 13 October.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its facts do not match the advice already given.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$3,345 becomes $3,457. About $112 a month she has to hear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closings are 96 days apart. The lender allows 90.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is the test the regulator applies. The file answers it from the record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4ormIQ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brokerage builds a file that can be re-performed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033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selling in Calgary and buying in Kelowna, with six months left on her mortgage. Twelve screens, in order, from her first question to her broker’s answer.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data. Invented figures. Estimates, not lender quotes.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invites her, from his own 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 goes out under the brokerage’s name. She comes in through him, not around him.</a:t>
            </a:r>
            <a:endParaRPr lang="en-US" sz="1500" dirty="0"/>
          </a:p>
        </p:txBody>
      </p:sp>
      <p:pic>
        <p:nvPicPr>
          <p:cNvPr id="5" name="Image 0" descr="bslide_0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answers on her phone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are asked by software, so the answers are hers, not his.</a:t>
            </a:r>
            <a:endParaRPr lang="en-US" sz="1500" dirty="0"/>
          </a:p>
        </p:txBody>
      </p:sp>
      <p:pic>
        <p:nvPicPr>
          <p:cNvPr id="5" name="Image 0" descr="bslide_0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no application asks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worries her, and which of two things she would give up first.</a:t>
            </a:r>
            <a:endParaRPr lang="en-US" sz="1500" dirty="0"/>
          </a:p>
        </p:txBody>
      </p:sp>
      <p:pic>
        <p:nvPicPr>
          <p:cNvPr id="5" name="Image 0" descr="bslide_03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 understands today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believes moving always means a penalty. That sentence is now in the file, in her words.</a:t>
            </a:r>
            <a:endParaRPr lang="en-US" sz="1500" dirty="0"/>
          </a:p>
        </p:txBody>
      </p:sp>
      <p:pic>
        <p:nvPicPr>
          <p:cNvPr id="5" name="Image 0" descr="bslide_04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fills from where the firm already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answers, the CRM, the inbox and the assistant’s note, each stamped with where it came from.</a:t>
            </a:r>
            <a:endParaRPr lang="en-US" sz="1500" dirty="0"/>
          </a:p>
        </p:txBody>
      </p:sp>
      <p:pic>
        <p:nvPicPr>
          <p:cNvPr id="5" name="Image 0" descr="bslide_05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items are named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them, each with who owes it and how long it has been waiting.</a:t>
            </a:r>
            <a:endParaRPr lang="en-US" sz="1500" dirty="0"/>
          </a:p>
        </p:txBody>
      </p:sp>
      <p:pic>
        <p:nvPicPr>
          <p:cNvPr id="5" name="Image 0" descr="bslide_06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options he rejected, and why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against her own words. This is the part no system in the market holds.</a:t>
            </a:r>
            <a:endParaRPr lang="en-US" sz="1500" dirty="0"/>
          </a:p>
        </p:txBody>
      </p:sp>
      <p:pic>
        <p:nvPicPr>
          <p:cNvPr id="5" name="Image 0" descr="bslide_07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confirms it is right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Written, timed, from her side. British Columbia asks for this from 13 October.</a:t>
            </a:r>
            <a:endParaRPr lang="en-US" sz="1500" dirty="0"/>
          </a:p>
        </p:txBody>
      </p:sp>
      <p:pic>
        <p:nvPicPr>
          <p:cNvPr id="5" name="Image 0" descr="bslide_0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lender’s email lands in the 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its facts do not match the advice already given.</a:t>
            </a:r>
            <a:endParaRPr lang="en-US" sz="1500" dirty="0"/>
          </a:p>
        </p:txBody>
      </p:sp>
      <p:pic>
        <p:nvPicPr>
          <p:cNvPr id="5" name="Image 0" descr="bslide_09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flags itself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$3,345 becomes $3,457. About $112 a month she has to hear about.</a:t>
            </a:r>
            <a:endParaRPr lang="en-US" sz="1500" dirty="0"/>
          </a:p>
        </p:txBody>
      </p:sp>
      <p:pic>
        <p:nvPicPr>
          <p:cNvPr id="5" name="Image 0" descr="bslide_1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watched, not remembered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closings are 96 days apart. The lender allows 90.</a:t>
            </a:r>
            <a:endParaRPr lang="en-US" sz="1500" dirty="0"/>
          </a:p>
        </p:txBody>
      </p:sp>
      <p:pic>
        <p:nvPicPr>
          <p:cNvPr id="5" name="Image 0" descr="bslide_1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6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of 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someone else reach the same answer?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3327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test the regulator applies. The file answers it from the record alone.</a:t>
            </a:r>
            <a:endParaRPr lang="en-US" sz="1500" dirty="0"/>
          </a:p>
        </p:txBody>
      </p:sp>
      <p:pic>
        <p:nvPicPr>
          <p:cNvPr id="5" name="Image 0" descr="bslide_12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firm has at the 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6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 understood it. The broker can show it. The firm can prove it.</a:t>
            </a:r>
            <a:endParaRPr lang="en-US" sz="1500" dirty="0"/>
          </a:p>
        </p:txBody>
      </p:sp>
      <p:pic>
        <p:nvPicPr>
          <p:cNvPr id="4" name="Image 0" descr="bslide_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1389888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2026-09-29T07:42:44Z</dcterms:created>
  <dcterms:modified xsi:type="dcterms:W3CDTF">2026-09-29T07:42:44Z</dcterms:modified>
</cp:coreProperties>
</file>