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She types her own question. No form and no menu. She writes what she wants to know.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She doesn’t know her balance. It tells her where to find it, takes a rough number, and marks it as an estimate.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She says what matters to her. An open question. There is no list of goals to pick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 2: pay the mortgage out early. The penalty, how it was worked out, and the new monthly payment.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tests the payment against parental leave. EI pays about $3,160 a month before tax. She says whether that payment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She spots the catch herself. One question from 4ormIQ, and she works out that her payment jumps in March.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treats the renewal rate as an offer. Her March payment rides on a rate nobody has given her yet. She picks where she stands, and no answer on the list is the wrong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She can confirm her numbers. Read-only, so it can’t move money. Dan approves the joint balance himself.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She invites the broker. 4ormIQ makes a link only after she says yes, and she sends it to him herself.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She invites the broker. 4ormIQ makes a link only after she says yes, and she sends it to him herself.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what she approved is sent. Her summary goes to the broker. Her documents and bank details stay with 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broker answers her question. His answer is saved next to her question, with his name and the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broker answers her question. His answer is saved next to her question, with his name and the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4ormIQ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96596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homeowner works out what to do with her mortgage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7033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0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is selling in Calgary and buying in Kelowna, with six months left on her mortgage. Every screen, in order, from her first question to her broker’s answer.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943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data. Invented figures. Estimates, not lender quotes.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13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types her own question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3327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 and no menu. She writes what she wants to know, and 4ormIQ answers with questions of its own.</a:t>
            </a:r>
            <a:endParaRPr lang="en-US" sz="1500" dirty="0"/>
          </a:p>
        </p:txBody>
      </p:sp>
      <p:pic>
        <p:nvPicPr>
          <p:cNvPr id="5" name="Image 0" descr="slide_01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476" y="138988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of 13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rough number is fine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3327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doesn’t know her balance. It says where to find it and marks $410,000 as an estimate in her record.</a:t>
            </a:r>
            <a:endParaRPr lang="en-US" sz="1500" dirty="0"/>
          </a:p>
        </p:txBody>
      </p:sp>
      <p:pic>
        <p:nvPicPr>
          <p:cNvPr id="5" name="Image 0" descr="slide_02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476" y="138988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of 13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waits for her to say it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3327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said “we,” so it asks who else is on the mortgage. Her husband Dan’s information stays his.</a:t>
            </a:r>
            <a:endParaRPr lang="en-US" sz="1500" dirty="0"/>
          </a:p>
        </p:txBody>
      </p:sp>
      <p:pic>
        <p:nvPicPr>
          <p:cNvPr id="5" name="Image 0" descr="slide_03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476" y="138988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of 13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options, using her numbers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3327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cost lands in the table below as it is worked out, marked as an estimate.</a:t>
            </a:r>
            <a:endParaRPr lang="en-US" sz="1500" dirty="0"/>
          </a:p>
        </p:txBody>
      </p:sp>
      <p:pic>
        <p:nvPicPr>
          <p:cNvPr id="5" name="Image 0" descr="slide_04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476" y="138988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of 13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payment during parental leave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3327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pays about $3,160 a month before tax. She says whether a $2,950 payment works for her.</a:t>
            </a:r>
            <a:endParaRPr lang="en-US" sz="1500" dirty="0"/>
          </a:p>
        </p:txBody>
      </p:sp>
      <p:pic>
        <p:nvPicPr>
          <p:cNvPr id="5" name="Image 0" descr="slide_05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476" y="138988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of 13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spots the catch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3327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the mortgage avoids the penalty now. Her payment jumps in March, and she says that first.</a:t>
            </a:r>
            <a:endParaRPr lang="en-US" sz="1500" dirty="0"/>
          </a:p>
        </p:txBody>
      </p:sp>
      <p:pic>
        <p:nvPicPr>
          <p:cNvPr id="5" name="Image 0" descr="slide_06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476" y="138988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of 13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renewal rate is an offer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3327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rate printed on a renewal letter is not a final price. She sees the letter rate beside what else is going, in dollars.</a:t>
            </a:r>
            <a:endParaRPr lang="en-US" sz="1500" dirty="0"/>
          </a:p>
        </p:txBody>
      </p:sp>
      <p:pic>
        <p:nvPicPr>
          <p:cNvPr id="5" name="Image 0" descr="slide_07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476" y="138988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of 13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approves his own part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3327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balance is his information too, so he approves it. Her $410,000 estimate becomes a confirmed $412,480.</a:t>
            </a:r>
            <a:endParaRPr lang="en-US" sz="1500" dirty="0"/>
          </a:p>
        </p:txBody>
      </p:sp>
      <p:pic>
        <p:nvPicPr>
          <p:cNvPr id="5" name="Image 0" descr="slide_08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476" y="138988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of 13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sends the link, not 4ormIQ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3327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broker’s screen stays empty until she invites him herself.</a:t>
            </a:r>
            <a:endParaRPr lang="en-US" sz="1500" dirty="0"/>
          </a:p>
        </p:txBody>
      </p:sp>
      <p:pic>
        <p:nvPicPr>
          <p:cNvPr id="5" name="Image 0" descr="slide_09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476" y="138988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 of 13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chooses what he sees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3327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keeps the line about parental leave out of what she shares.</a:t>
            </a:r>
            <a:endParaRPr lang="en-US" sz="1500" dirty="0"/>
          </a:p>
        </p:txBody>
      </p:sp>
      <p:pic>
        <p:nvPicPr>
          <p:cNvPr id="5" name="Image 0" descr="slide_10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476" y="138988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 of 13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her summary is sent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3327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logins, statements and bank details stay on her side.</a:t>
            </a:r>
            <a:endParaRPr lang="en-US" sz="1500" dirty="0"/>
          </a:p>
        </p:txBody>
      </p:sp>
      <p:pic>
        <p:nvPicPr>
          <p:cNvPr id="5" name="Image 0" descr="slide_11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476" y="138988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12 of 13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locks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3327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summary is shared. Her numbers are confirmed without showing the documents. Her full file stays sealed until she picks a lender.</a:t>
            </a:r>
            <a:endParaRPr lang="en-US" sz="1500" dirty="0"/>
          </a:p>
        </p:txBody>
      </p:sp>
      <p:pic>
        <p:nvPicPr>
          <p:cNvPr id="5" name="Image 0" descr="slide_12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476" y="138988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13 of 13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answer lands on her question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3327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broker replies, and it is saved in her record with his name and the time.</a:t>
            </a:r>
            <a:endParaRPr lang="en-US" sz="1500" dirty="0"/>
          </a:p>
        </p:txBody>
      </p:sp>
      <p:pic>
        <p:nvPicPr>
          <p:cNvPr id="5" name="Image 0" descr="slide_13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476" y="138988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she has at the end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332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informed consumer. One prepared broker. One clear decision record.</a:t>
            </a:r>
            <a:endParaRPr lang="en-US" sz="1500" dirty="0"/>
          </a:p>
        </p:txBody>
      </p:sp>
      <p:pic>
        <p:nvPicPr>
          <p:cNvPr id="4" name="Image 0" descr="slide_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476" y="138988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2026-09-30T21:55:04Z</dcterms:created>
  <dcterms:modified xsi:type="dcterms:W3CDTF">2026-09-30T21:55:04Z</dcterms:modified>
</cp:coreProperties>
</file>